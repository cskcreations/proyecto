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C2A90-E1D9-0F47-32D2-5C8D5E29F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E3CEE2-4A00-2929-5455-38C84D005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A116E1-CD3D-F4F7-6D29-5BBDB869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049AF-B1EF-DBD6-0EE3-156BF8C5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6A5189-4F3F-AE25-2103-C6E1297D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055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0F81B-4CC2-46CF-111C-7C219F30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B0675E-2EE3-88CB-40AB-37C9CDDC5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CF4DD5-A035-A25A-8642-CBD73C11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3AD5B8-D3C3-D485-5151-E31F6F78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71495-DAB5-D05C-C9A8-2D463F3D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2248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B7966-F1C9-5A3C-5E1E-9A7A59BE8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022324-07AF-70EB-97D9-9E11AC9D2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6F93C7-783F-6C20-C684-8AA28A45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58721D-3189-E4AF-DE28-E51D5D0E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B09148-E95E-19A4-6E69-5D701989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785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E15D9-F270-135F-E3A0-0EE1D80D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A0BAF-901D-74BE-A3FB-BBE9B3F8F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4AE6B8-EF4D-1B43-5735-3C09B7CF7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086995-F89F-0C0C-C869-730F615A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8CCC57-A1E9-1D5A-8A03-A324FDC3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866A2D-D977-107F-A1DA-D5B1AD30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651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AA4D7-47EF-406B-4C2A-057E904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A7B3F3-5673-7834-21D2-136FB5EF9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45EABF-9F5B-1C01-2232-30301A96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AE8B08B-1069-2746-3CFF-D379E48BD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D28830-3560-1CFD-55C6-2CD23635F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58FCB8-C630-C238-0861-98B5DA5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8E7418-4A97-60A4-80FC-74D180DA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F4AA92-27D1-F7B2-F141-943C83A5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0677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9F09A-9BED-9E9F-C038-E37D15CF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1D7E96-7922-2304-4ACB-99215A96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A34431-AB02-9FC0-5431-CDEAC3E9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B26E4B-3C48-C734-03BA-E9765369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327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CAF57E7-63EF-BE25-4E75-247263CF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156C18-19D8-1C6B-0D59-D9CB7634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3DD19A-78AB-7471-5298-D73469EF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5473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5798A-E7CC-3F30-D237-B5FEFDCA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E79DBB-05B3-ECE9-8BB2-E516D7CCE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E77B00-1603-A9AE-2A06-72D6F9AB8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891AFF-B714-37D9-7EE6-CA24BAD1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4F210C-B385-8F9B-4055-87D0AA1C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5BC758-8428-04B3-D694-207D1D29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988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65AFF-3027-79C0-7A44-EA5E3DAB4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0DE5CB-DE2D-360E-E794-621A1C5C1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8A56B1-AA50-2533-46F5-79E4D27EE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60ACD-CF4A-DFB7-8E77-BEB5CF36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C379AB-7AD4-5D2E-7761-0D1D14C3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454234-8A37-D440-B948-B307101B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321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EFE78-D0A7-BBE2-F863-60B5E67C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7C3B8D-D8D4-D484-C44E-D4F413E7F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9859B-95AB-8BC3-DD97-0053B8C1A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FF1516-DC34-453F-D5AE-BB413963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FB1B94-BF67-D5B5-F1F6-87296C7F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282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D19052-E74B-7492-7300-A4CABE3E7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C390CF-5481-0494-0D5C-77827FFA4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36AA8-84C6-8DAE-5DF2-6D518611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4E387C-4DF1-F17A-89A1-18F18691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7B944C-CEEA-A8C9-29BD-A8EA38C2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310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505B84-8340-1C9E-4E84-CD0B1F6C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C112CB-2ED3-75F3-631F-1B7DF0295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5465E3-1D9D-A23E-8BDD-41D1B279B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05150-2B8A-4804-AC5A-AD32F6DA26E8}" type="datetimeFigureOut">
              <a:rPr lang="es-CO" smtClean="0"/>
              <a:t>1/12/2024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7CF42A-27DC-498B-B3E6-0B695C400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FFD6A1-74C9-7F19-379E-787D61946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5171F-1A4B-4769-8B1C-AF3DB97B4E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458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D4AF9F8-2A9D-2235-1DAE-0FFEC6B86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838" y="545093"/>
            <a:ext cx="1379537" cy="1171575"/>
          </a:xfrm>
          <a:prstGeom prst="rect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Diagrama de flujo: decisión 2">
            <a:extLst>
              <a:ext uri="{FF2B5EF4-FFF2-40B4-BE49-F238E27FC236}">
                <a16:creationId xmlns:a16="http://schemas.microsoft.com/office/drawing/2014/main" id="{9829A6D2-2C67-4797-C88B-A4DD7C96D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155" y="2522721"/>
            <a:ext cx="1612900" cy="866775"/>
          </a:xfrm>
          <a:prstGeom prst="flowChartDecision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Hace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4C19E45-26B4-527F-C2F5-2017A9873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634" y="3942422"/>
            <a:ext cx="1277938" cy="1316621"/>
          </a:xfrm>
          <a:prstGeom prst="rect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Pedido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Diagrama de flujo: decisión 4">
            <a:extLst>
              <a:ext uri="{FF2B5EF4-FFF2-40B4-BE49-F238E27FC236}">
                <a16:creationId xmlns:a16="http://schemas.microsoft.com/office/drawing/2014/main" id="{FBAAA804-5FD0-4A71-C966-64BDD3B69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49" y="2386012"/>
            <a:ext cx="1443038" cy="871538"/>
          </a:xfrm>
          <a:prstGeom prst="flowChartDecision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Puede cancelar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Diagrama de flujo: decisión 5">
            <a:extLst>
              <a:ext uri="{FF2B5EF4-FFF2-40B4-BE49-F238E27FC236}">
                <a16:creationId xmlns:a16="http://schemas.microsoft.com/office/drawing/2014/main" id="{1BDF203F-12EB-FE52-C3EE-B6B245118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461" y="4103247"/>
            <a:ext cx="1552575" cy="881062"/>
          </a:xfrm>
          <a:prstGeom prst="flowChartDecision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Contiene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Diagrama de flujo: decisión 6">
            <a:extLst>
              <a:ext uri="{FF2B5EF4-FFF2-40B4-BE49-F238E27FC236}">
                <a16:creationId xmlns:a16="http://schemas.microsoft.com/office/drawing/2014/main" id="{03A93F72-30C3-2F62-A6BD-45CC8D422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880" y="5378368"/>
            <a:ext cx="1573212" cy="815975"/>
          </a:xfrm>
          <a:prstGeom prst="flowChartDecision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A6DDA0-51B6-CFAA-7CA6-24F055BF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524" y="4160397"/>
            <a:ext cx="1093788" cy="766762"/>
          </a:xfrm>
          <a:prstGeom prst="rect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Producto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E0B972-DB61-C000-F6A8-6877EE81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2276" y="5408530"/>
            <a:ext cx="1123950" cy="755650"/>
          </a:xfrm>
          <a:prstGeom prst="rect">
            <a:avLst/>
          </a:prstGeom>
          <a:solidFill>
            <a:srgbClr val="15608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Usuario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5EA27E4-A4BB-BA59-9A45-F56FD64368B7}"/>
              </a:ext>
            </a:extLst>
          </p:cNvPr>
          <p:cNvCxnSpPr>
            <a:cxnSpLocks/>
          </p:cNvCxnSpPr>
          <p:nvPr/>
        </p:nvCxnSpPr>
        <p:spPr>
          <a:xfrm>
            <a:off x="3832225" y="4984309"/>
            <a:ext cx="897501" cy="78811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55E577D0-B5FB-F99B-C446-465473D2E87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745700" y="985711"/>
            <a:ext cx="1666868" cy="140030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F6BEA80B-1437-B02C-133B-8A473BFF82C9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191486" y="2905434"/>
            <a:ext cx="868967" cy="157319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8CF96E5-C78F-592B-A719-C2DA0EF36B6A}"/>
              </a:ext>
            </a:extLst>
          </p:cNvPr>
          <p:cNvCxnSpPr>
            <a:cxnSpLocks/>
          </p:cNvCxnSpPr>
          <p:nvPr/>
        </p:nvCxnSpPr>
        <p:spPr>
          <a:xfrm flipH="1">
            <a:off x="2942427" y="1725043"/>
            <a:ext cx="1" cy="821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20512C4-05BA-9A0C-366D-2B3BBB8A0381}"/>
              </a:ext>
            </a:extLst>
          </p:cNvPr>
          <p:cNvCxnSpPr>
            <a:cxnSpLocks/>
          </p:cNvCxnSpPr>
          <p:nvPr/>
        </p:nvCxnSpPr>
        <p:spPr>
          <a:xfrm flipH="1">
            <a:off x="2944017" y="3367136"/>
            <a:ext cx="1588" cy="594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490F109-B288-891F-4F97-DC60F8B57C6E}"/>
              </a:ext>
            </a:extLst>
          </p:cNvPr>
          <p:cNvCxnSpPr/>
          <p:nvPr/>
        </p:nvCxnSpPr>
        <p:spPr>
          <a:xfrm>
            <a:off x="2806893" y="1794668"/>
            <a:ext cx="3333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41BEA1D-6844-2B34-6E29-43E358E46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AD653DBE-A46B-B80C-1031-35C3C2037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422DB94-44DF-B6EA-59A0-32EC36821D07}"/>
              </a:ext>
            </a:extLst>
          </p:cNvPr>
          <p:cNvCxnSpPr/>
          <p:nvPr/>
        </p:nvCxnSpPr>
        <p:spPr>
          <a:xfrm>
            <a:off x="2816223" y="1867694"/>
            <a:ext cx="3333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7B277AF-4D99-E4A1-E154-88D81EEB363E}"/>
              </a:ext>
            </a:extLst>
          </p:cNvPr>
          <p:cNvCxnSpPr>
            <a:cxnSpLocks/>
          </p:cNvCxnSpPr>
          <p:nvPr/>
        </p:nvCxnSpPr>
        <p:spPr>
          <a:xfrm flipV="1">
            <a:off x="4010818" y="867379"/>
            <a:ext cx="0" cy="236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815216B3-948B-AB5E-39AF-07F57138A7CF}"/>
              </a:ext>
            </a:extLst>
          </p:cNvPr>
          <p:cNvCxnSpPr>
            <a:cxnSpLocks/>
          </p:cNvCxnSpPr>
          <p:nvPr/>
        </p:nvCxnSpPr>
        <p:spPr>
          <a:xfrm flipV="1">
            <a:off x="4087018" y="867379"/>
            <a:ext cx="0" cy="236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3C90242-F1A7-1ADB-C578-B0A82A1366E2}"/>
              </a:ext>
            </a:extLst>
          </p:cNvPr>
          <p:cNvCxnSpPr/>
          <p:nvPr/>
        </p:nvCxnSpPr>
        <p:spPr>
          <a:xfrm>
            <a:off x="2772280" y="3776662"/>
            <a:ext cx="3333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C876162-2052-4C14-9681-A56B5174FFE2}"/>
              </a:ext>
            </a:extLst>
          </p:cNvPr>
          <p:cNvCxnSpPr>
            <a:cxnSpLocks/>
          </p:cNvCxnSpPr>
          <p:nvPr/>
        </p:nvCxnSpPr>
        <p:spPr>
          <a:xfrm flipV="1">
            <a:off x="2791856" y="3768979"/>
            <a:ext cx="155576" cy="184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F8A72B12-DC14-9795-ACB1-D75F749FB067}"/>
              </a:ext>
            </a:extLst>
          </p:cNvPr>
          <p:cNvCxnSpPr>
            <a:cxnSpLocks/>
          </p:cNvCxnSpPr>
          <p:nvPr/>
        </p:nvCxnSpPr>
        <p:spPr>
          <a:xfrm flipH="1" flipV="1">
            <a:off x="2946905" y="3789101"/>
            <a:ext cx="108746" cy="1640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02B46D8-0A62-81F8-1C77-D98A39912473}"/>
              </a:ext>
            </a:extLst>
          </p:cNvPr>
          <p:cNvCxnSpPr>
            <a:cxnSpLocks/>
          </p:cNvCxnSpPr>
          <p:nvPr/>
        </p:nvCxnSpPr>
        <p:spPr>
          <a:xfrm flipH="1">
            <a:off x="3831431" y="4543778"/>
            <a:ext cx="18440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5CE6C63-56C2-9584-FBBD-EFE57E8FC7EE}"/>
              </a:ext>
            </a:extLst>
          </p:cNvPr>
          <p:cNvCxnSpPr>
            <a:cxnSpLocks/>
          </p:cNvCxnSpPr>
          <p:nvPr/>
        </p:nvCxnSpPr>
        <p:spPr>
          <a:xfrm>
            <a:off x="4087018" y="4349706"/>
            <a:ext cx="0" cy="388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5FCB0B2A-EDE6-272F-B00D-640460A55159}"/>
              </a:ext>
            </a:extLst>
          </p:cNvPr>
          <p:cNvCxnSpPr>
            <a:cxnSpLocks/>
          </p:cNvCxnSpPr>
          <p:nvPr/>
        </p:nvCxnSpPr>
        <p:spPr>
          <a:xfrm>
            <a:off x="4010818" y="3909175"/>
            <a:ext cx="0" cy="388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FEC9914-D521-F78B-681A-BE3872EDE7B9}"/>
              </a:ext>
            </a:extLst>
          </p:cNvPr>
          <p:cNvCxnSpPr>
            <a:cxnSpLocks/>
          </p:cNvCxnSpPr>
          <p:nvPr/>
        </p:nvCxnSpPr>
        <p:spPr>
          <a:xfrm>
            <a:off x="4010818" y="4805965"/>
            <a:ext cx="0" cy="388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D3EF72A-5F51-5467-F751-DFF573F3AAA1}"/>
              </a:ext>
            </a:extLst>
          </p:cNvPr>
          <p:cNvCxnSpPr>
            <a:cxnSpLocks/>
          </p:cNvCxnSpPr>
          <p:nvPr/>
        </p:nvCxnSpPr>
        <p:spPr>
          <a:xfrm flipH="1" flipV="1">
            <a:off x="3839370" y="4812794"/>
            <a:ext cx="171448" cy="171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DFB80E44-EF60-31BD-52FB-381CF15CFB88}"/>
              </a:ext>
            </a:extLst>
          </p:cNvPr>
          <p:cNvCxnSpPr>
            <a:cxnSpLocks/>
          </p:cNvCxnSpPr>
          <p:nvPr/>
        </p:nvCxnSpPr>
        <p:spPr>
          <a:xfrm flipV="1">
            <a:off x="3826013" y="4988925"/>
            <a:ext cx="187364" cy="173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5C150173-C88F-C585-420D-F0904311CFFC}"/>
              </a:ext>
            </a:extLst>
          </p:cNvPr>
          <p:cNvCxnSpPr>
            <a:cxnSpLocks/>
          </p:cNvCxnSpPr>
          <p:nvPr/>
        </p:nvCxnSpPr>
        <p:spPr>
          <a:xfrm flipH="1" flipV="1">
            <a:off x="3836763" y="4406258"/>
            <a:ext cx="240224" cy="128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361434E1-154C-0FAA-8010-2EA0A6D440C2}"/>
              </a:ext>
            </a:extLst>
          </p:cNvPr>
          <p:cNvCxnSpPr>
            <a:cxnSpLocks/>
          </p:cNvCxnSpPr>
          <p:nvPr/>
        </p:nvCxnSpPr>
        <p:spPr>
          <a:xfrm flipH="1">
            <a:off x="3814082" y="4551675"/>
            <a:ext cx="264745" cy="1375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56814C82-0432-57F8-D11A-12C1602E1021}"/>
              </a:ext>
            </a:extLst>
          </p:cNvPr>
          <p:cNvCxnSpPr>
            <a:cxnSpLocks/>
          </p:cNvCxnSpPr>
          <p:nvPr/>
        </p:nvCxnSpPr>
        <p:spPr>
          <a:xfrm flipH="1" flipV="1">
            <a:off x="7102208" y="4533916"/>
            <a:ext cx="670192" cy="98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EAE94CAE-887F-6DF8-E6C8-CE032A90B45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236993" y="5786355"/>
            <a:ext cx="1225283" cy="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67B76A11-5668-1229-497C-A5E57E76DDCD}"/>
              </a:ext>
            </a:extLst>
          </p:cNvPr>
          <p:cNvCxnSpPr>
            <a:cxnSpLocks/>
          </p:cNvCxnSpPr>
          <p:nvPr/>
        </p:nvCxnSpPr>
        <p:spPr>
          <a:xfrm flipH="1" flipV="1">
            <a:off x="3816926" y="3955598"/>
            <a:ext cx="204691" cy="187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D97D5417-1A58-A049-E14A-E0E767F134FB}"/>
              </a:ext>
            </a:extLst>
          </p:cNvPr>
          <p:cNvCxnSpPr>
            <a:cxnSpLocks/>
          </p:cNvCxnSpPr>
          <p:nvPr/>
        </p:nvCxnSpPr>
        <p:spPr>
          <a:xfrm flipH="1">
            <a:off x="3828572" y="4112000"/>
            <a:ext cx="193045" cy="1403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DF60FBF0-9C3F-BAA7-90F7-9FEDC0DAA8DD}"/>
              </a:ext>
            </a:extLst>
          </p:cNvPr>
          <p:cNvCxnSpPr>
            <a:cxnSpLocks/>
          </p:cNvCxnSpPr>
          <p:nvPr/>
        </p:nvCxnSpPr>
        <p:spPr>
          <a:xfrm>
            <a:off x="7535068" y="4357603"/>
            <a:ext cx="0" cy="388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DD58BB69-9120-9A23-754F-B53A70EA9683}"/>
              </a:ext>
            </a:extLst>
          </p:cNvPr>
          <p:cNvCxnSpPr>
            <a:cxnSpLocks/>
          </p:cNvCxnSpPr>
          <p:nvPr/>
        </p:nvCxnSpPr>
        <p:spPr>
          <a:xfrm>
            <a:off x="7268368" y="5578355"/>
            <a:ext cx="0" cy="388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B0B8BC17-B37D-9C4E-B896-1FBBA38BB493}"/>
              </a:ext>
            </a:extLst>
          </p:cNvPr>
          <p:cNvCxnSpPr>
            <a:cxnSpLocks/>
          </p:cNvCxnSpPr>
          <p:nvPr/>
        </p:nvCxnSpPr>
        <p:spPr>
          <a:xfrm flipV="1">
            <a:off x="7274912" y="5657850"/>
            <a:ext cx="178085" cy="128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E5F18B81-B840-B53E-0559-356E547BA8F5}"/>
              </a:ext>
            </a:extLst>
          </p:cNvPr>
          <p:cNvCxnSpPr>
            <a:cxnSpLocks/>
          </p:cNvCxnSpPr>
          <p:nvPr/>
        </p:nvCxnSpPr>
        <p:spPr>
          <a:xfrm flipV="1">
            <a:off x="7535068" y="4406258"/>
            <a:ext cx="217456" cy="117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AAC5F39C-4185-2F59-E4FA-53893AB51F3E}"/>
              </a:ext>
            </a:extLst>
          </p:cNvPr>
          <p:cNvCxnSpPr>
            <a:cxnSpLocks/>
          </p:cNvCxnSpPr>
          <p:nvPr/>
        </p:nvCxnSpPr>
        <p:spPr>
          <a:xfrm flipH="1" flipV="1">
            <a:off x="7535068" y="4543778"/>
            <a:ext cx="218647" cy="1559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02959B26-3057-AFE5-45A4-CD3B1FC90401}"/>
              </a:ext>
            </a:extLst>
          </p:cNvPr>
          <p:cNvCxnSpPr>
            <a:cxnSpLocks/>
          </p:cNvCxnSpPr>
          <p:nvPr/>
        </p:nvCxnSpPr>
        <p:spPr>
          <a:xfrm flipH="1" flipV="1">
            <a:off x="7265856" y="5772427"/>
            <a:ext cx="193684" cy="152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4779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</Words>
  <Application>Microsoft Office PowerPoint</Application>
  <PresentationFormat>Panorámica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castro</dc:creator>
  <cp:lastModifiedBy>julian castro</cp:lastModifiedBy>
  <cp:revision>1</cp:revision>
  <dcterms:created xsi:type="dcterms:W3CDTF">2024-12-02T02:24:51Z</dcterms:created>
  <dcterms:modified xsi:type="dcterms:W3CDTF">2024-12-02T02:42:26Z</dcterms:modified>
</cp:coreProperties>
</file>